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duman-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AI-POWERED SCHOOL OPERATING SYSTEM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Modernizing African K-12 Education with AI</a:t>
            </a:r>
          </a:p>
          <a:p>
            <a:pPr>
              <a:spcAft>
                <a:spcPts val="1800"/>
              </a:spcAft>
              <a:defRPr sz="1300">
                <a:solidFill>
                  <a:srgbClr val="94A3B8"/>
                </a:solidFill>
              </a:defRPr>
            </a:pPr>
            <a:r>
              <a:t>All-in-one B2B SaaS platform unifying school administration, automated grading, pedagogical AI assistance, and parental engagement.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🌐 https://eduman.africa  |  GITEX Nigeria Pitch Deck</a:t>
            </a:r>
          </a:p>
        </p:txBody>
      </p:sp>
      <p:pic>
        <p:nvPicPr>
          <p:cNvPr id="4" name="Picture 3" descr="eduman_hero_cover_17873306115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EduMan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The Market Pain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100K+ African schools rely on manual paper records and spreadsheets.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Teachers burn 6+ hours weekly drafting lesson notes and tests from scratch.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High fee default rates due to manual paper receipt reconciliation.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Parents receive academic feedback only at term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The EduMan Solution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All-in-one cloud OS for K-12 primary &amp; secondary schools.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Built-in EduMan AI for lesson notes, quizzes, &amp; Scheme of Work reviews.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Continuous Assessment (CA) &amp; 1-click report cards.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Real-time Parent Portal for fee statements and attendance.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Traction &amp; Market Opportunity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Live in production at eduman.africa with zero downtime.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Validated across active pilot schools in Nigeria.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75% reduction in teacher prep time; 90% faster report processing.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$1.2B Sub-Saharan Africa EdTech addressable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Administrative &amp; Instructional Friction in African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❌  Administrative Overload &amp; Human Error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End-of-term report card compilation takes 1-2 weeks of manual arithmetic, resulting in grading errors and delayed distributions.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 Teacher Fatigue &amp; Large Class Sizes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Educators manage 40+ students with zero assistants, spending late nights drafting weekly notes and exam questions.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 Lack of Curriculum Governance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School leadership cannot easily verify if weekly syllabi align with national curriculum standards (NERDC/WAEC) or maintain pedagogical pacing.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❌  Revenue Leakage &amp; Uncollected Fees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Manual paper billing leads to unrecovered tuition fees, untracked debts, and financial strain for school proprietors.</a:t>
            </a:r>
          </a:p>
        </p:txBody>
      </p:sp>
      <p:pic>
        <p:nvPicPr>
          <p:cNvPr id="5" name="Picture 4" descr="school_problem_visual_17873306309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EduMan: The Unified School Operating System</a:t>
            </a:r>
          </a:p>
        </p:txBody>
      </p:sp>
      <p:pic>
        <p:nvPicPr>
          <p:cNvPr id="4" name="Picture 3" descr="eduman_solution_ecosystem_1787330656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✓  🤖 Instructional AI Engine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Generates lesson notes, interactive quizzes, and audits multi-week Schemes of Work for quality and pacing.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✓  📊 Automated Academic Engine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Calculates weighted Continuous Assessments (CA) and generates beautiful, one-click terminal report cards.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✓  🏫 Complete School Operations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Dynamic class scheduling, attendance tracking, homework management, and digital announcements.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✓  💳 Integrated Billing &amp; Finance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Invoicing, automated receipt logging, and live parent debt balances to ensure zero revenue leakage.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✓  📱 Unified Multi-Role Portals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Custom tailored workspaces for 8 distinct roles: Admins, Teachers, Students, Parents, and Accountants.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LIVE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EduMan AI: Real Classroom Teaching Assistant in Production</a:t>
            </a:r>
          </a:p>
        </p:txBody>
      </p:sp>
      <p:pic>
        <p:nvPicPr>
          <p:cNvPr id="4" name="Picture 3" descr="eduman_real_screenshot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✓  ⚡ 1-Click Quiz Generation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Creates classroom-ready multiple-choice and true/false assessments with answer keys &amp; explanations.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✓  📝 Automated Learning Content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Drafts detailed, age-appropriate lesson notes, study guides, and revision sheets matching the school curriculum.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✓  🔍 Scheme of Work Reviewer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Audits 10-14 week syllabus breakdowns for pedagogical progression, pacing, and SMART learning objectives.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✓  🛡️ Strict Subject Domain Guardrails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Proprietary validation prevents cross-subject hallucinations, ensuring academic accuracy.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✓  👨‍🏫 Teacher In-Control Workflow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Generates draft materials that teachers review, refine, and publish directly to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Intuitive Cloud Dashboard for School Leadership</a:t>
            </a:r>
          </a:p>
        </p:txBody>
      </p:sp>
      <p:pic>
        <p:nvPicPr>
          <p:cNvPr id="4" name="Picture 3" descr="eduman_dashboard_mockup_17873307213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📌  Real-Time School Analytics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Live KPIs for student enrollment, staff attendance, fee collection velocity, and academic performance.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📌  Automated Continuous Assessment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Configurable CA1, CA2, Exam weights conforming to national educational standards with automated grade computation.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📌  Timetable &amp; Schedule Matrix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Conflict-free class and teacher schedules with room allocations and instant timetable publishing.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📌  Financial Health &amp; Audit Trail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Complete bursary records: fee templates, payment receipts, invoice dispatch, and debtor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ACCESSIBILITY &amp;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Mobile PWA: Empowering Parents &amp; Students on Any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📱  Zero App Store Barrier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Progressive Web App (PWA) installs instantly from the browser on entry-level Android and iOS smartphones without large download sizes.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📱  Optimized for Low-Bandwidth Networks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Smart offline asset caching and ultra-light API payloads ensure fluid performance even on 2G/3G mobile connections.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📱  Active Parental Transparency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Parents view real-time daily attendance, terminal grades, homework, and make fee payments directly from their phones.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📱  Student Interactive Portal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Students take timed online quizzes, track syllabus roadmap progress, and view weekly learning objectives.</a:t>
            </a:r>
          </a:p>
        </p:txBody>
      </p:sp>
      <p:pic>
        <p:nvPicPr>
          <p:cNvPr id="5" name="Picture 4" descr="eduman_mobile_pwa_17873307559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MARKET SIZE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Massive, Underserved Basic Education Sector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712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100,000+ Schools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K-12 primary and secondary schools in Nigeria alone.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Over 40% of urban students enrolled in private basic schools.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45920"/>
            <a:ext cx="28712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45M+ Students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Enrolled in primary and secondary basic education across Nigeria.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Rapidly growing youth population driving schooling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45920"/>
            <a:ext cx="28712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$1.2B Market TAM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Sub-Saharan Africa school management &amp; EdTech addressable market.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Projected 18.5% CAGR over the next 5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High Willingness to Pay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Private school proprietors actively invest in digital tools that guarantee fee recovery and attract parents.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Parents prioritize schools offering modern digital academic transparency.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Strategic Expansion Route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Phase 1: Private primary &amp; secondary schools in key commercial hubs (Lagos, Abuja, Port Harcourt).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Phase 2: Multi-campus school networks &amp; state-wide education board deployments across West Africa.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MONETIZATION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Predictable B2B SaaS Recurring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Core School Subscription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Tiered B2B SaaS pricing based on student enrollment count.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Billed per academic term or annually.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Includes complete administration, attendance, gradebook, and report card generation.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Unifies all 8 user role portals.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AI Generation Quotas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Base tier includes monthly AI generation tokens for teachers.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Add-on token packs for high-volume lesson note and quiz generation.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Scheme of Work pedagogical auditing credits.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4592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Enterprise &amp; Custom Add-ons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Multi-campus network centralized dashboards.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Custom school domain &amp; branded portal interfaces.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SMS/WhatsApp notification packages.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Payment gateway transaction processing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PROVEN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Traction &amp; Measurable Educational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🚀 Live Production Deployment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Live and operational at https://eduman.africa.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Zero-downtime, scalable PostgreSQL cloud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Active cross-role usage across administrators, teachers, and parents.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⏱️ 75% Teacher Time Saved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Lesson note and quiz prep time reduced from 6+ hours to &lt; 30 minutes.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Teachers focus on individualized student instruction and mentoring.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⚡ 90% Faster Report Cards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Replaced manual 2-week calculation cycles with instant 1-click generation.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Eliminated arithmetic grading errors across Continuous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💳 Zero Fee Leakage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100% digital fee schedule reconciliation and payment logging.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Bursars gain real-time visibility into parent debt balances and receipts.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EduMan Wins in Emerging Markets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1. African Curriculum Native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Built specifically for African educational frameworks (NERDC, WAEC, 3-term system, and 30/70 or 40/60 Continuous Assessment models).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Unlike foreign tools that require complex custom hacks.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2. Pedagogical AI Guardrails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Proprietary validation prevents cross-subject hallucinations and validates weekly Scheme of Work quality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Grounded directly in classroom curriculum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3. Radical PWA Accessibility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Lightweight Progressive Web App that installs on budget $50 smartphones and operates reliably on fluctuating 2G/3G networks.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No expensive school computer labs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4. End-to-End Stakeholder Synergy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Connects all 8 school stakeholders under a single login rather than using 4 disconnected software products.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Drives high institutional retention and low churn.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457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JOIN US IN TRANSFORMING AFRICAN EDUCATION</a:t>
            </a:r>
          </a:p>
          <a:p>
            <a:pPr algn="ctr"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The Digital Operating System for Africa's Next Generation</a:t>
            </a:r>
          </a:p>
          <a:p>
            <a:pPr algn="ctr">
              <a:spcAft>
                <a:spcPts val="3000"/>
              </a:spcAft>
              <a:defRPr sz="1500">
                <a:solidFill>
                  <a:srgbClr val="CBD5E1"/>
                </a:solidFill>
              </a:defRPr>
            </a:pPr>
            <a:r>
              <a:t>EduMan is scaling across primary and secondary schools to empower teachers with AI, eliminate administrative waste, and give every student and parent transparent educational access.</a:t>
            </a:r>
          </a:p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🌐 Live App: https://eduman.africa   |   ✉️ Contact: info@eduman.africa   |   📍 Lagos, Nigeria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